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landscape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103120"/>
            <a:ext cx="1645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