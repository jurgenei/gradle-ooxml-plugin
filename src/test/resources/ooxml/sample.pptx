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</Types>
</file>

<file path=_rels/.rels><?xml version='1.0' encoding='UTF-8'?><Relationships xmlns='http://schemas.openxmlformats.org/package/2006/relationships'><Relationship Id='rId1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/>
</file>

<file path=ppt/slides/_rels/slide1.xml.rels><?xml version='1.0' encoding='UTF-8'?><Relationships xmlns='http://schemas.openxmlformats.org/package/2006/relationships'><Relationship Id='rId2' Type='http://schemas.openxmlformats.org/officeDocument/2006/relationships/hyperlink' Target='https://example.com/pptx' TargetMode='External'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nvSpPr>
          <p:cNvPr id="201" name="Ppt Shape A"/>
        </p:nvSpPr>
        <p:txBody>
          <a:p>
            <a:r>
              <a:t>Slide 1 Title</a:t>
            </a:r>
          </a:p>
          <a:p>
            <a:pPr>
              <a:buChar char="*"/>
            </a:pPr>
            <a:r>
              <a:t>Bullet one</a:t>
            </a:r>
          </a:p>
          <a:p>
            <a:pPr>
              <a:buChar char="*"/>
            </a:pPr>
            <a:r>
              <a:t>Bullet two</a:t>
            </a:r>
          </a:p>
        </p:txBody>
      </p:sp>
      <p:sp>
        <p:nvSpPr>
          <p:cNvPr id="202" name="Ppt Shape B"/>
        </p:nvSpPr>
        <p:txBody>
          <a:p>
            <a:r>
              <a:t>Connected Node</a:t>
            </a:r>
          </a:p>
        </p:txBody>
      </p:sp>
      <p:cxnSp>
        <p:nvCxnSpPr>
          <p:cNvPr id="203" name="Ppt Connector"/>
          <p:cNvCxnSpPr>
            <a:stCxn id="201" idx="0"/>
            <a:endCxn id="202" idx="0"/>
          </p:cNvCxnSpPr>
        </p:nvCxnSpPr>
      </p:cxnSp>
      <p:graphicFrame>
        <a:graphic>
          <a:graphicData>
            <a:tbl>
              <a:tr>
                <a:tc>
                  <a:txBody>
                    <a:p>
                      <a:r>
                        <a:t>P11</a:t>
                      </a:r>
                    </a:p>
                  </a:txBody>
                </a:tc>
                <a:tc>
                  <a:txBody>
                    <a:p>
                      <a:r>
                        <a:t>P12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P21</a:t>
                      </a:r>
                    </a:p>
                  </a:txBody>
                </a:tc>
                <a:tc>
                  <a:txBody>
                    <a:p>
                      <a:r>
                        <a:t>P22</a:t>
                      </a:r>
                    </a:p>
                  </a:txBody>
                </a:tc>
              </a:tr>
            </a:tbl>
          </a:graphicData>
        </a:graphic>
      </p:graphicFrame>
      <p:sp>
        <p:txBody>
          <a:p>
            <a:r>
              <a:rPr>
                <a:hlinkClick xmlns:r="http://schemas.openxmlformats.org/officeDocument/2006/relationships" r:id="rId2"/>
              </a:rPr>
              <a:t>Slide Link</a:t>
            </a:r>
          </a:p>
        </p:txBody>
      </p:sp>
    </p:spTree>
  </p:cSld>
</p:sld>
</file>